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4864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5088636"/>
            <a:ext cx="-9089136" cy="54864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54864" cy="-51435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7132320" cy="54864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54864"/>
            <a:ext cx="2231136" cy="219456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59168" y="256032"/>
            <a:ext cx="1828800" cy="1792224"/>
          </a:xfrm>
          <a:prstGeom prst="rect">
            <a:avLst/>
          </a:prstGeom>
          <a:solidFill>
            <a:srgbClr val="12152B"/>
          </a:solidFill>
          <a:ln w="12700">
            <a:solidFill>
              <a:srgbClr val="1215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42048" y="438912"/>
            <a:ext cx="164592" cy="164592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438912"/>
            <a:ext cx="164592" cy="164592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02752" y="438912"/>
            <a:ext cx="164592" cy="164592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42048" y="914400"/>
            <a:ext cx="164592" cy="164592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914400"/>
            <a:ext cx="164592" cy="164592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914400"/>
            <a:ext cx="164592" cy="164592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2048" y="1389888"/>
            <a:ext cx="164592" cy="164592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1389888"/>
            <a:ext cx="164592" cy="164592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1389888"/>
            <a:ext cx="164592" cy="164592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731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ASOFE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320040" y="1783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ASỌ · FẸ́  —  LOVER OF FASHION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267712"/>
            <a:ext cx="3200400" cy="457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4688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ready-to-wear fashion,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Nigerians everywhere.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040" y="4480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 PROPOSAL  ·  CONFIDENTIAL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Asofe is Nigeria's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fashion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curate the world's finest contemporary and luxury ready-to-wear brands, making them accessible to the modern Nigerian — at home in Lagos, Abuja and Port Harcourt, and across the diaspora in London, Houston, Toronto and beyond.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3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Asofe is not just a shop. It is a cultural statement: that Nigerians deserve the finest, and the finest deserves Nigeria.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320040"/>
            <a:ext cx="3749040" cy="13716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0" y="320040"/>
            <a:ext cx="64008" cy="13716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4846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49240" y="914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brands worth wearing — no noise, no compromise.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856232"/>
            <a:ext cx="3749040" cy="13716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1856232"/>
            <a:ext cx="64008" cy="13716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2020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NIGERIA-FIRST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4505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sizing, delivery and service built for our people.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3392424"/>
            <a:ext cx="3749040" cy="13716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3392424"/>
            <a:ext cx="64008" cy="13716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35570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7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REACH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39867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· London · Houston · Toronto — one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$4.5 Billion Market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No Dominant Player.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1993392" cy="27432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920240"/>
            <a:ext cx="1993392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20848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$4.5B+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02336" y="2999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Fashion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" y="3730752"/>
            <a:ext cx="1371600" cy="36576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858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projection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920240"/>
            <a:ext cx="1993392" cy="27432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920240"/>
            <a:ext cx="1993392" cy="64008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20848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1.7M+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78608" y="2999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Nigerians 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&amp; UK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78608" y="3730752"/>
            <a:ext cx="1371600" cy="36576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3858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buyers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1920240"/>
            <a:ext cx="1993392" cy="27432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920240"/>
            <a:ext cx="1993392" cy="64008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848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$85K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754880" y="2999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Household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(US-NG)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730752"/>
            <a:ext cx="1371600" cy="36576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858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US median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03136" y="1920240"/>
            <a:ext cx="1993392" cy="27432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920240"/>
            <a:ext cx="1993392" cy="64008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20848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931152" y="2999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YoY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31152" y="3730752"/>
            <a:ext cx="1371600" cy="36576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3858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2024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curated premium fashion platform exists today built specifically for Nigerians at home and abroad.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CUSTOMER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Asofe Shopper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Fashion-forward, culturally proud, digitally fluent. They already spend on premium brands — they just need a platform that truly understands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4846320" cy="420624"/>
          </a:xfrm>
          <a:prstGeom prst="rect">
            <a:avLst/>
          </a:prstGeom>
          <a:solidFill>
            <a:srgbClr val="EDE0CE"/>
          </a:solidFill>
          <a:ln w="12700">
            <a:solidFill>
              <a:srgbClr val="EDE0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96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– 42 years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16936"/>
            <a:ext cx="4846320" cy="420624"/>
          </a:xfrm>
          <a:prstGeom prst="rect">
            <a:avLst/>
          </a:prstGeom>
          <a:solidFill>
            <a:srgbClr val="F7F0E6"/>
          </a:solidFill>
          <a:ln w="12700">
            <a:solidFill>
              <a:srgbClr val="F7F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90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29809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· London · Houston · Toronto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10712"/>
            <a:ext cx="4846320" cy="420624"/>
          </a:xfrm>
          <a:prstGeom prst="rect">
            <a:avLst/>
          </a:prstGeom>
          <a:solidFill>
            <a:srgbClr val="EDE0CE"/>
          </a:solidFill>
          <a:ln w="12700">
            <a:solidFill>
              <a:srgbClr val="EDE0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83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3474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₦15M+/yr  or  £60K+/yr abroad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04488"/>
            <a:ext cx="4846320" cy="420624"/>
          </a:xfrm>
          <a:prstGeom prst="rect">
            <a:avLst/>
          </a:prstGeom>
          <a:solidFill>
            <a:srgbClr val="F7F0E6"/>
          </a:solidFill>
          <a:ln w="12700">
            <a:solidFill>
              <a:srgbClr val="F7F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SHOPS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Net-a-Porter, ASOS, Selfridges, Flannels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398264"/>
            <a:ext cx="4846320" cy="420624"/>
          </a:xfrm>
          <a:prstGeom prst="rect">
            <a:avLst/>
          </a:prstGeom>
          <a:solidFill>
            <a:srgbClr val="EDE0CE"/>
          </a:solidFill>
          <a:ln w="12700">
            <a:solidFill>
              <a:srgbClr val="EDE0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471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4462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speaks to their identity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77840" y="182880"/>
            <a:ext cx="3383280" cy="475488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182880"/>
            <a:ext cx="3383280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3840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PSYCHOGRAPHIC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07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42432" y="120700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Brand-conscious, quality-driven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42432" y="168249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of their Yoruba/Nigerian roots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42432" y="215798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by customs duties &amp; delays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42432" y="263347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cultural context with fashion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42432" y="310896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brands via Instagram &amp; TikTok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42432" y="358444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spend — demands excellence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42432" y="405993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for occasions: weddings, owambes,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 travel, international events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Zero-Risk Revenue Channel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Brand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3035808"/>
            <a:ext cx="7452360" cy="45720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810512"/>
            <a:ext cx="1572768" cy="301752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2104" y="2880360"/>
            <a:ext cx="548640" cy="54864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90779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product images, descriptions &amp; pricing to Asofe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product images, descriptions &amp; pricing to Asofe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39112" y="1810512"/>
            <a:ext cx="1572768" cy="301752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51176" y="2880360"/>
            <a:ext cx="548640" cy="54864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290779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30552" y="193852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30552" y="24231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discover &amp; buy on the Asofe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30552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discover &amp; buy on the Asofe platform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58184" y="1810512"/>
            <a:ext cx="1572768" cy="30175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0248" y="2880360"/>
            <a:ext cx="548640" cy="548640"/>
          </a:xfrm>
          <a:prstGeom prst="ellipse">
            <a:avLst/>
          </a:prstGeom>
          <a:solidFill>
            <a:srgbClr val="12152B"/>
          </a:solidFill>
          <a:ln w="12700">
            <a:solidFill>
              <a:srgbClr val="1215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290779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9624" y="193852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49624" y="24231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you the confirmed order + delivery address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9624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you the confirmed order + delivery address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77256" y="1810512"/>
            <a:ext cx="1572768" cy="301752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2880360"/>
            <a:ext cx="548640" cy="54864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290779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68696" y="193852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Fulfil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68696" y="24231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 directly to the customer, at your pace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68696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 directly to the customer, at your pace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96328" y="1810512"/>
            <a:ext cx="1572768" cy="301752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08392" y="2880360"/>
            <a:ext cx="548640" cy="54864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08392" y="290779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87768" y="193852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87768" y="2423160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pay you within 7 days of confirmed delivery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87768" y="3566160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pay you within 7 days of confirmed delivery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hold the inventory. You control fulfilment. Asofe handles everything else.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Division. No Surprises.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931920" cy="35204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3931920" cy="54864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99616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ASOFE HANDLES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08483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technology, website &amp; hosting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48716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&amp; digital marketing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889504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(Paystack, cards, wallets)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29184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&amp; post-purchase support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694176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routing to your fulfilment 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4096512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coordination &amp; refund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449884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editorial content &amp; styling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389888"/>
            <a:ext cx="3931920" cy="3520440"/>
          </a:xfrm>
          <a:prstGeom prst="rect">
            <a:avLst/>
          </a:prstGeom>
          <a:solidFill>
            <a:srgbClr val="EDE0CE"/>
          </a:solidFill>
          <a:ln w="12700">
            <a:solidFill>
              <a:srgbClr val="D9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89888"/>
            <a:ext cx="3931920" cy="548640"/>
          </a:xfrm>
          <a:prstGeom prst="rect">
            <a:avLst/>
          </a:prstGeom>
          <a:solidFill>
            <a:srgbClr val="D9C9B0"/>
          </a:solidFill>
          <a:ln w="12700">
            <a:solidFill>
              <a:srgbClr val="D9C9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1499616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HANDLES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10912" y="2084832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inventory &amp; stock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10912" y="251460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images, copy &amp; sizing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10912" y="2944368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&amp; direct-to-customer shipping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3374136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of every order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10912" y="380390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receipt &amp; restocking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10912" y="4233672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1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compliance &amp; IP guidelines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Simple. Transparent. Brand-Friendly.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3611880" cy="34290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21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Commission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Gross Sale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3200400" cy="36576"/>
          </a:xfrm>
          <a:prstGeom prst="rect">
            <a:avLst/>
          </a:prstGeom>
          <a:solidFill>
            <a:srgbClr val="12152B"/>
          </a:solidFill>
          <a:ln w="12700">
            <a:solidFill>
              <a:srgbClr val="1215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retain 80% of every sale.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2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listing fees. No monthly charges.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4663440" cy="342900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15361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9933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Cycle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08192" y="1993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7 days after confirmed delivery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377440"/>
            <a:ext cx="4315968" cy="0"/>
          </a:xfrm>
          <a:prstGeom prst="line">
            <a:avLst/>
          </a:prstGeom>
          <a:noFill/>
          <a:ln w="6350">
            <a:solidFill>
              <a:srgbClr val="2E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450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08192" y="2450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GBP, USD, EUR or NGN — your choice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834640"/>
            <a:ext cx="4315968" cy="0"/>
          </a:xfrm>
          <a:prstGeom prst="line">
            <a:avLst/>
          </a:prstGeom>
          <a:noFill/>
          <a:ln w="6350">
            <a:solidFill>
              <a:srgbClr val="2E3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29077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08192" y="2907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transfer · Wise · Payoneer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3291840"/>
            <a:ext cx="4315968" cy="0"/>
          </a:xfrm>
          <a:prstGeom prst="line">
            <a:avLst/>
          </a:prstGeom>
          <a:noFill/>
          <a:ln w="6350">
            <a:solidFill>
              <a:srgbClr val="2E3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3649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Payout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08192" y="33649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£/$ 100 or NGN equivalent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3749040"/>
            <a:ext cx="4315968" cy="0"/>
          </a:xfrm>
          <a:prstGeom prst="line">
            <a:avLst/>
          </a:prstGeom>
          <a:noFill/>
          <a:ln w="6350">
            <a:solidFill>
              <a:srgbClr val="2E3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3822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Fees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8192" y="38221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zero upfront cost to list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4206240"/>
            <a:ext cx="4315968" cy="0"/>
          </a:xfrm>
          <a:prstGeom prst="line">
            <a:avLst/>
          </a:prstGeom>
          <a:noFill/>
          <a:ln w="6350">
            <a:solidFill>
              <a:srgbClr val="2E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42793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Term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08192" y="4279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initial, 30-day rolling exit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C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takes less than two weeks.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64008" cy="11155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89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389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Catalogue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8013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feed or spreadsheet: SKUs, names, descriptions, prices, stock levels.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28032" y="1298448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298448"/>
            <a:ext cx="64008" cy="11155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898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389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High-Res Photography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80136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1200×1600px. Flat lay or model images. Your existing assets work perfectly.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32888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32888"/>
            <a:ext cx="64008" cy="11155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6243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624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Sizing Information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03580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size guides with measurements in cm — critical for our customer base.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28032" y="2532888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2532888"/>
            <a:ext cx="64008" cy="11155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6243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624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Shipping Capability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03580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ability to ship internationally within 3–5 business days of order.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67328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67328"/>
            <a:ext cx="64008" cy="11155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8587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38587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Policy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42702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standard returns window and process — we align our customer policy to yours.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28032" y="3767328"/>
            <a:ext cx="4187952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9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28032" y="3767328"/>
            <a:ext cx="64008" cy="11155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8587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8587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Guidelines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42702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brand colours and any usage restrictions for presenting your brand on Asofe.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PARTNER WITH ASOFE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Brand Gains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92608" y="1481328"/>
            <a:ext cx="1993392" cy="333756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481328"/>
            <a:ext cx="1993392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64208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Market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" y="2523744"/>
            <a:ext cx="822960" cy="457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2670048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 Nigerians and 1.7M+ in diaspora with serious spending power — zero local setup cost for your brand.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481328"/>
            <a:ext cx="1993392" cy="333756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481328"/>
            <a:ext cx="1993392" cy="64008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664208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Financial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06040" y="2523744"/>
            <a:ext cx="822960" cy="457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670048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fees. No minimum orders. No long-term lock-in. Start selling in 2 weeks, exit with 30 days notice.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5152" y="1481328"/>
            <a:ext cx="1993392" cy="333756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1481328"/>
            <a:ext cx="1993392" cy="6400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1664208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Brand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82312" y="2523744"/>
            <a:ext cx="822960" cy="457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670048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selective. Your brand appears alongside peers — never alongside mass-market. Equity is protected.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21424" y="1481328"/>
            <a:ext cx="1993392" cy="3337560"/>
          </a:xfrm>
          <a:prstGeom prst="rect">
            <a:avLst/>
          </a:prstGeom>
          <a:solidFill>
            <a:srgbClr val="252B4A"/>
          </a:solidFill>
          <a:ln w="12700">
            <a:solidFill>
              <a:srgbClr val="252B4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21424" y="1481328"/>
            <a:ext cx="1993392" cy="64008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664208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Incremental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58584" y="2523744"/>
            <a:ext cx="822960" cy="457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8584" y="2670048"/>
            <a:ext cx="17190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your team don't have to generate. Asofe brings the customer — you simply fulfil and earn.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2152B"/>
          </a:solidFill>
          <a:ln w="12700">
            <a:solidFill>
              <a:srgbClr val="1215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ASOFE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ASỌ · FẸ́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2286000" cy="457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755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0EB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together.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29992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Ready to proceed?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from you.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3767328"/>
            <a:ext cx="3749040" cy="45720"/>
          </a:xfrm>
          <a:prstGeom prst="rect">
            <a:avLst/>
          </a:prstGeom>
          <a:solidFill>
            <a:srgbClr val="2E3560"/>
          </a:solidFill>
          <a:ln w="12700">
            <a:solidFill>
              <a:srgbClr val="2E3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391363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hello@asofe.co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www.asofe.co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+234 — — — — — 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694944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First Conversation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Live in Under 2 Weeks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26280" y="1847088"/>
            <a:ext cx="457200" cy="56692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9202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18470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Call (30 mins)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176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walk through the model, answer every question and confirm fit.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2642616"/>
            <a:ext cx="457200" cy="56692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27157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26426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 Agreement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971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our standard agreement — sign digitally in minutes.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3438144"/>
            <a:ext cx="457200" cy="56692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5112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0640" y="34381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Onboarding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3767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product catalogue, images and brand guidelines.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26280" y="4233672"/>
            <a:ext cx="457200" cy="56692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3068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5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0" y="42336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Live on Asofe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4562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launches. We begin driving customers to your products.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Asofe — Brand Partnership Proposal</dc:title>
  <dc:subject>PptxGenJS Presentation</dc:subject>
  <dc:creator>Asofe</dc:creator>
  <cp:lastModifiedBy>Asofe</cp:lastModifiedBy>
  <cp:revision>1</cp:revision>
  <dcterms:created xsi:type="dcterms:W3CDTF">2026-02-17T16:29:08Z</dcterms:created>
  <dcterms:modified xsi:type="dcterms:W3CDTF">2026-02-17T16:29:08Z</dcterms:modified>
</cp:coreProperties>
</file>